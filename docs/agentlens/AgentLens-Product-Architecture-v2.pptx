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c8dfaae8514cf2" /><Relationship Type="http://schemas.openxmlformats.org/officeDocument/2006/relationships/extended-properties" Target="/docProps/app.xml" Id="R5a911445c05b4b7f" /><Relationship Type="http://schemas.openxmlformats.org/officeDocument/2006/relationships/officeDocument" Target="/ppt/presentation.xml" Id="R86a65a56a1bd48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9c9bed7ed0426b"/>
  </p:sldMasterIdLst>
  <p:notesMasterIdLst>
    <p:notesMasterId xmlns:r="http://schemas.openxmlformats.org/officeDocument/2006/relationships" r:id="Rd5fb43fdc3c84b4b"/>
  </p:notesMasterIdLst>
  <p:sldIdLst>
    <p:sldId xmlns:r="http://schemas.openxmlformats.org/officeDocument/2006/relationships" id="256" r:id="Rc2d49119778d4343"/>
    <p:sldId xmlns:r="http://schemas.openxmlformats.org/officeDocument/2006/relationships" id="257" r:id="R81f9ed358da04373"/>
    <p:sldId xmlns:r="http://schemas.openxmlformats.org/officeDocument/2006/relationships" id="258" r:id="Ra373439bfe7e4de9"/>
    <p:sldId xmlns:r="http://schemas.openxmlformats.org/officeDocument/2006/relationships" id="259" r:id="Rbba3fd0bab804b09"/>
    <p:sldId xmlns:r="http://schemas.openxmlformats.org/officeDocument/2006/relationships" id="260" r:id="R1cd652eb71654448"/>
    <p:sldId xmlns:r="http://schemas.openxmlformats.org/officeDocument/2006/relationships" id="261" r:id="Rc4e4186c0f0f4107"/>
    <p:sldId xmlns:r="http://schemas.openxmlformats.org/officeDocument/2006/relationships" id="262" r:id="Rcddbcdac50ca4131"/>
    <p:sldId xmlns:r="http://schemas.openxmlformats.org/officeDocument/2006/relationships" id="263" r:id="R33a44d26a7d34fed"/>
    <p:sldId xmlns:r="http://schemas.openxmlformats.org/officeDocument/2006/relationships" id="264" r:id="Ra1599e0681cc4f5a"/>
    <p:sldId xmlns:r="http://schemas.openxmlformats.org/officeDocument/2006/relationships" id="265" r:id="R920ce74a2fd24ed7"/>
    <p:sldId xmlns:r="http://schemas.openxmlformats.org/officeDocument/2006/relationships" id="266" r:id="Rc76c86d5838b4ba7"/>
    <p:sldId xmlns:r="http://schemas.openxmlformats.org/officeDocument/2006/relationships" id="267" r:id="Re78026767bd244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5d0a4d1c014fd7" /><Relationship Type="http://schemas.openxmlformats.org/officeDocument/2006/relationships/slideMaster" Target="/ppt/slideMasters/slideMaster1.xml" Id="R1f9c9bed7ed0426b" /><Relationship Type="http://schemas.openxmlformats.org/officeDocument/2006/relationships/notesMaster" Target="/ppt/notesMasters/notesMaster1.xml" Id="Rd5fb43fdc3c84b4b" /><Relationship Type="http://schemas.openxmlformats.org/officeDocument/2006/relationships/presProps" Target="/ppt/presProps.xml" Id="R19c951ba4c30448f" /><Relationship Type="http://schemas.openxmlformats.org/officeDocument/2006/relationships/tableStyles" Target="/ppt/tableStyles.xml" Id="Rb3338659ce0d4876" /><Relationship Type="http://schemas.openxmlformats.org/officeDocument/2006/relationships/slide" Target="/ppt/slides/slide1.xml" Id="Rc2d49119778d4343" /><Relationship Type="http://schemas.openxmlformats.org/officeDocument/2006/relationships/slide" Target="/ppt/slides/slide2.xml" Id="R81f9ed358da04373" /><Relationship Type="http://schemas.openxmlformats.org/officeDocument/2006/relationships/slide" Target="/ppt/slides/slide3.xml" Id="Ra373439bfe7e4de9" /><Relationship Type="http://schemas.openxmlformats.org/officeDocument/2006/relationships/slide" Target="/ppt/slides/slide4.xml" Id="Rbba3fd0bab804b09" /><Relationship Type="http://schemas.openxmlformats.org/officeDocument/2006/relationships/slide" Target="/ppt/slides/slide5.xml" Id="R1cd652eb71654448" /><Relationship Type="http://schemas.openxmlformats.org/officeDocument/2006/relationships/slide" Target="/ppt/slides/slide6.xml" Id="Rc4e4186c0f0f4107" /><Relationship Type="http://schemas.openxmlformats.org/officeDocument/2006/relationships/slide" Target="/ppt/slides/slide7.xml" Id="Rcddbcdac50ca4131" /><Relationship Type="http://schemas.openxmlformats.org/officeDocument/2006/relationships/slide" Target="/ppt/slides/slide8.xml" Id="R33a44d26a7d34fed" /><Relationship Type="http://schemas.openxmlformats.org/officeDocument/2006/relationships/slide" Target="/ppt/slides/slide9.xml" Id="Ra1599e0681cc4f5a" /><Relationship Type="http://schemas.openxmlformats.org/officeDocument/2006/relationships/slide" Target="/ppt/slides/slide10.xml" Id="R920ce74a2fd24ed7" /><Relationship Type="http://schemas.openxmlformats.org/officeDocument/2006/relationships/slide" Target="/ppt/slides/slide11.xml" Id="Rc76c86d5838b4ba7" /><Relationship Type="http://schemas.openxmlformats.org/officeDocument/2006/relationships/slide" Target="/ppt/slides/slide12.xml" Id="Re78026767bd244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6822a97b2e43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cdf40b445b4a66" /><Relationship Type="http://schemas.openxmlformats.org/officeDocument/2006/relationships/notesMaster" Target="/ppt/notesMasters/notesMaster1.xml" Id="Rc18ed6136bcf49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01a651a0234800" /><Relationship Type="http://schemas.openxmlformats.org/officeDocument/2006/relationships/notesMaster" Target="/ppt/notesMasters/notesMaster1.xml" Id="Rf10947f773c442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782cbbd5d1418f" /><Relationship Type="http://schemas.openxmlformats.org/officeDocument/2006/relationships/notesMaster" Target="/ppt/notesMasters/notesMaster1.xml" Id="Re6fcefca70924c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0be283ae6e47c6" /><Relationship Type="http://schemas.openxmlformats.org/officeDocument/2006/relationships/notesMaster" Target="/ppt/notesMasters/notesMaster1.xml" Id="Rb975687670d04a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9fafaa841641b6" /><Relationship Type="http://schemas.openxmlformats.org/officeDocument/2006/relationships/notesMaster" Target="/ppt/notesMasters/notesMaster1.xml" Id="R8afa0df1e5cf44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7164e395d14699" /><Relationship Type="http://schemas.openxmlformats.org/officeDocument/2006/relationships/notesMaster" Target="/ppt/notesMasters/notesMaster1.xml" Id="R6b14790494b444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7a0aeffd3e49a4" /><Relationship Type="http://schemas.openxmlformats.org/officeDocument/2006/relationships/notesMaster" Target="/ppt/notesMasters/notesMaster1.xml" Id="Rd5aaf9b8290f4d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ea5d7faf6442a6" /><Relationship Type="http://schemas.openxmlformats.org/officeDocument/2006/relationships/notesMaster" Target="/ppt/notesMasters/notesMaster1.xml" Id="R83b51e009cbb42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90af8e5b134b70" /><Relationship Type="http://schemas.openxmlformats.org/officeDocument/2006/relationships/notesMaster" Target="/ppt/notesMasters/notesMaster1.xml" Id="R28a5a171972e45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01dc0f59124666" /><Relationship Type="http://schemas.openxmlformats.org/officeDocument/2006/relationships/notesMaster" Target="/ppt/notesMasters/notesMaster1.xml" Id="R1e7bedcec66c4a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3f572d428c48a1" /><Relationship Type="http://schemas.openxmlformats.org/officeDocument/2006/relationships/notesMaster" Target="/ppt/notesMasters/notesMaster1.xml" Id="R421ebd095d3c48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c1bd0594294aff" /><Relationship Type="http://schemas.openxmlformats.org/officeDocument/2006/relationships/notesMaster" Target="/ppt/notesMasters/notesMaster1.xml" Id="R5b8b952603ab41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AgentLens is a Windows runtime security project for observing and controlling AI agent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is not a sandbox clone. It observes first and controls only where policy requires.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design focuses on runtime visibility rather than static analysis or user-mode hooking.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event uses a versioned event header and JSON Lines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driver is a single binary to reduce cross-driver communication and simplify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kernel collects events at the system boundary and enforces policy before the operation completes where possible.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Policy readers do not hold a global lock. Old snapshots are freed after their retired epoch has no readers.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is a compilable, loadable security framework, not yet a production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Line counts exclude generated build, .git, and .vs directories.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remaining work must be validated in a dedicated test VM before any production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strengths are based on the current AgentLensKernel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design highlights reflect the current implementation and recent security fixes.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15bb7204945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ddb5c04725420c" /><Relationship Type="http://schemas.openxmlformats.org/officeDocument/2006/relationships/slideLayout" Target="/ppt/slideLayouts/slideLayout1.xml" Id="R5bfd9bd21a4143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fd9bd21a4143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d4b3658f744b4" /><Relationship Type="http://schemas.openxmlformats.org/officeDocument/2006/relationships/notesSlide" Target="/ppt/notesSlides/notesSlide1.xml" Id="Rd3c1281eb1ce43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43b01a74940d5" /><Relationship Type="http://schemas.openxmlformats.org/officeDocument/2006/relationships/notesSlide" Target="/ppt/notesSlides/notesSlide2.xml" Id="Rd05fd74360a047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a8b4e744c48ba" /><Relationship Type="http://schemas.openxmlformats.org/officeDocument/2006/relationships/notesSlide" Target="/ppt/notesSlides/notesSlide3.xml" Id="R4bcafef839c34e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8a878dced4641" /><Relationship Type="http://schemas.openxmlformats.org/officeDocument/2006/relationships/notesSlide" Target="/ppt/notesSlides/notesSlide4.xml" Id="Ra9d5e92b7f9f4d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87125481f4a13" /><Relationship Type="http://schemas.openxmlformats.org/officeDocument/2006/relationships/notesSlide" Target="/ppt/notesSlides/notesSlide5.xml" Id="R34403de9e6074c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958650fad4776" /><Relationship Type="http://schemas.openxmlformats.org/officeDocument/2006/relationships/notesSlide" Target="/ppt/notesSlides/notesSlide6.xml" Id="R0aa9cfe0631947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3ba3df8d44d58" /><Relationship Type="http://schemas.openxmlformats.org/officeDocument/2006/relationships/notesSlide" Target="/ppt/notesSlides/notesSlide7.xml" Id="Rbb1369c81f484b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5b160cbf34349" /><Relationship Type="http://schemas.openxmlformats.org/officeDocument/2006/relationships/notesSlide" Target="/ppt/notesSlides/notesSlide8.xml" Id="R5edb0151fabe46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be0650acc449d" /><Relationship Type="http://schemas.openxmlformats.org/officeDocument/2006/relationships/notesSlide" Target="/ppt/notesSlides/notesSlide9.xml" Id="Rbb4035bbc11747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0dafd57314674" /><Relationship Type="http://schemas.openxmlformats.org/officeDocument/2006/relationships/notesSlide" Target="/ppt/notesSlides/notesSlide10.xml" Id="Rec4ef321e8b04b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fea5ed83344a4" /><Relationship Type="http://schemas.openxmlformats.org/officeDocument/2006/relationships/notesSlide" Target="/ppt/notesSlides/notesSlide11.xml" Id="Rf192ca44cfb749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ce697db5b41f8" /><Relationship Type="http://schemas.openxmlformats.org/officeDocument/2006/relationships/notesSlide" Target="/ppt/notesSlides/notesSlide12.xml" Id="R5c245ea18e8146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3B2A6-A20E-4031-8A10-39B5733C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0515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4807F-56AE-4083-B232-08FEE069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051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Windows Runtime Security for AI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A463D-A0B9-404E-BA9A-17346E26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Observe · Correlate · Control</a:t>
            </a:r>
          </a:p>
        </p:txBody>
      </p:sp>
    </p:spTree>
    <p:extLst>
      <p:ext uri="{BB962C8B-B14F-4D97-AF65-F5344CB8AC3E}">
        <p14:creationId xmlns:p14="http://schemas.microsoft.com/office/powerpoint/2010/main" val="1143936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F1C48-69DF-4351-8E05-81CD31F9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Product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D086A-F801-40D5-96E3-A75F3DBA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Observe, understand, correlate, and control what an AI agent does on Windows.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29B8F-7093-4AF7-80AD-C7D99EB4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See the real behavior: processes, threads, files, registry, objects, and network.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Preserve the context: parent process, command line, token, current directory, environment, and image identity.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Make decisions in the kernel: allow, log, or deny according to policy.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Keep the agent helpful while making its actions auditable and controllable.</a:t>
            </a:r>
          </a:p>
        </p:txBody>
      </p:sp>
    </p:spTree>
    <p:extLst>
      <p:ext uri="{BB962C8B-B14F-4D97-AF65-F5344CB8AC3E}">
        <p14:creationId xmlns:p14="http://schemas.microsoft.com/office/powerpoint/2010/main" val="1116047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ABA78-A57E-4977-8881-824374A4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Why this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FA6F0-ACFD-4C6A-9547-15AEE84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AI agents perform actions that are hard to explain from a single process or API call.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9F74A-C0E7-4817-A8D0-A41C4C37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An agent may create child processes, write files, modify registry values, and open network connections.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Logs from the application alone do not show which process performed each action.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Security teams need a trusted kernel-level record of the full chain.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 links these events with correlation IDs and stable object context.</a:t>
            </a:r>
          </a:p>
        </p:txBody>
      </p:sp>
    </p:spTree>
    <p:extLst>
      <p:ext uri="{BB962C8B-B14F-4D97-AF65-F5344CB8AC3E}">
        <p14:creationId xmlns:p14="http://schemas.microsoft.com/office/powerpoint/2010/main" val="9552702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34E32-DAC5-495E-B05F-A5744C0B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Functional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5C50E-BD70-403D-9C71-1C7A65D1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platform covers the main Windows execution surfaces.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EB52D-0ADF-465F-8D97-60706000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 create and exit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Thread create and exit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Image load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File open, read, write, rename, delete, query, security, and directory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Registry open, query, set, enumerate, and delete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Object handle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Network connect, flow established, and flow closed</a:t>
            </a:r>
          </a:p>
        </p:txBody>
      </p:sp>
    </p:spTree>
    <p:extLst>
      <p:ext uri="{BB962C8B-B14F-4D97-AF65-F5344CB8AC3E}">
        <p14:creationId xmlns:p14="http://schemas.microsoft.com/office/powerpoint/2010/main" val="14103412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C3788-C3C5-4152-9065-DCF69443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6096A-1056-4833-AA03-71A83923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 single driver keeps trusted observation and control in one place.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227E5-8668-4685-BAB6-81630C67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AgentLensKernel.sys: control device, monitors, context manager, policy engine, event ring, minifilter, and WFP callouts.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AgentLensService.exe: reads the event ring, writes JSON Lines, and runs the user-mode service.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AgentLensAgent.dll: collects environment, current directory, image hash, and signature state inside the target process.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AgentLensTools.exe: loads policy, reads stats, and controls the driver.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AgentLensEtw.exe: validates kernel ETW and DNS Client events.</a:t>
            </a:r>
          </a:p>
        </p:txBody>
      </p:sp>
    </p:spTree>
    <p:extLst>
      <p:ext uri="{BB962C8B-B14F-4D97-AF65-F5344CB8AC3E}">
        <p14:creationId xmlns:p14="http://schemas.microsoft.com/office/powerpoint/2010/main" val="773041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38233-77A7-43AB-B0AD-BA15109F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Kernel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02863-738C-4EA1-B797-84EC1B0C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Standard Windows callbacks and filters provide trusted visibility.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4518F-0CC5-4D90-BB3F-A1F2F1BD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Process, thread, and image callbacks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Registry and object callbacks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Minifilter for file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WFP ALE and stream callouts for network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Non-paged event ring and named event notification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ETW provider for event delivery</a:t>
            </a:r>
          </a:p>
        </p:txBody>
      </p:sp>
    </p:spTree>
    <p:extLst>
      <p:ext uri="{BB962C8B-B14F-4D97-AF65-F5344CB8AC3E}">
        <p14:creationId xmlns:p14="http://schemas.microsoft.com/office/powerpoint/2010/main" val="1239714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DC890-3357-4F1E-9977-3E100CB7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Policy and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27FDF-AFC8-4DE6-92F0-A5D9E413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Policy is compiled before it reaches the hot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474AC-C277-4B8E-801F-052B059E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Text policy compiler and binary policy format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Process, path, image hash, SID hash, and command-line matching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Case-insensitive path prefix tree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Immutable copy-on-write snapshots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Epoch-based deferred reclamation for hot policy updates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Process, thread, image, network flow, and registry key contexts</a:t>
            </a:r>
          </a:p>
        </p:txBody>
      </p:sp>
    </p:spTree>
    <p:extLst>
      <p:ext uri="{BB962C8B-B14F-4D97-AF65-F5344CB8AC3E}">
        <p14:creationId xmlns:p14="http://schemas.microsoft.com/office/powerpoint/2010/main" val="895878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8C579-CC7C-448A-9047-CFC65395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Implementation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04A57-D054-4452-99FA-4C5ABB2E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main framework is implemented and compiles in Debug and Release.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1D9D9-3FCD-4129-9FE7-C5E74D28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Single driver combines control, minifilter, and WFP.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Process, thread, image, file, registry, object, and network monitors are present.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Event ring, shared memory, ETW, JSON Lines, DNS association, policy, and context management are present.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Test signing is used for development.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Production signing, installer, and VM validation are not yet complete.</a:t>
            </a:r>
          </a:p>
        </p:txBody>
      </p:sp>
    </p:spTree>
    <p:extLst>
      <p:ext uri="{BB962C8B-B14F-4D97-AF65-F5344CB8AC3E}">
        <p14:creationId xmlns:p14="http://schemas.microsoft.com/office/powerpoint/2010/main" val="554107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DEC14-BE30-434D-8A89-09BB454D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Code reality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5C618-D4F4-41DF-B0A7-8D088DCA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current repository is a focused Windows kernel 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A10B0-5A83-44B6-980B-53671232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About 8,600 total lines across 85 tracked project files.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About 7,400 lines are C, C++, and headers.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Debug and Release x64 builds pass.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Driver must be test-signed and run on an isolated test VM.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Validation scripts cover install, uninstall, self-test, fuzz, and driver verifier workflows.</a:t>
            </a:r>
          </a:p>
        </p:txBody>
      </p:sp>
    </p:spTree>
    <p:extLst>
      <p:ext uri="{BB962C8B-B14F-4D97-AF65-F5344CB8AC3E}">
        <p14:creationId xmlns:p14="http://schemas.microsoft.com/office/powerpoint/2010/main" val="7536070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1C3C4-0212-4160-AB15-3E713269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BDB05-B873-4B8B-A394-687C44CA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next step is production validation, not more unchecked kernel code.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F18A2-D43D-4898-BE19-3ED3EBA0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 Driver Verifier, IOCTL fuzz, policy fuzz, and repeated load and unload tests.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 high-concurrency event stress tests.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Verify ETW provider registration and event delivery.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Complete catalog validation and production signing.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Add performance baselines and counters.</a:t>
            </a:r>
          </a:p>
        </p:txBody>
      </p:sp>
    </p:spTree>
    <p:extLst>
      <p:ext uri="{BB962C8B-B14F-4D97-AF65-F5344CB8AC3E}">
        <p14:creationId xmlns:p14="http://schemas.microsoft.com/office/powerpoint/2010/main" val="14526263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A327E-038F-47C7-B2C7-8DFCF66E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Architecture strengths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DB981-2353-4AAD-870C-8D82EB2D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design supports trustworthy observation before enforcement.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982A5-B7CE-44CA-86A9-B60D2097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Kernel callbacks cover process, thread, image, file, registry, object, and network activity.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Pre-operation policy checks can block actions before they happen.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 single driver combines control, minifilter, and WFP callouts.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Correlation IDs and AgentSessionId preserve process-tree relationships.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 non-paged event ring and ETW provide low-overhead event delivery.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User-mode Agent components support context without becoming the security boundary.</a:t>
            </a:r>
          </a:p>
        </p:txBody>
      </p:sp>
    </p:spTree>
    <p:extLst>
      <p:ext uri="{BB962C8B-B14F-4D97-AF65-F5344CB8AC3E}">
        <p14:creationId xmlns:p14="http://schemas.microsoft.com/office/powerpoint/2010/main" val="1874856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F7CED-F4C9-46DF-882E-74EE7745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Code design highlights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A825B-8B39-42BA-A3DD-27F171AD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implementation favors safety, testability, and low-latency policy paths.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A7BD1-4C53-42C9-953D-2B6A3DE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Table-driven IOCTL dispatch keeps control handlers easy to extend.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Immutable copy-on-write policy snapshots use a path prefix tree and epoch-based reclamation.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Structured IOCTL and policy fuzzing cover malformed headers and length mismatches.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Registry query hashing uses safe post-operation reads instead of recursive registry queries.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Token anomaly detection compares child and parent identity, integrity, and privileges.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Best-effort TLS ClientHello SNI extraction adds domain visibility to network events.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Input validation and lifecycle cleanup were hardened after kernel code review.</a:t>
            </a:r>
          </a:p>
        </p:txBody>
      </p:sp>
    </p:spTree>
    <p:extLst>
      <p:ext uri="{BB962C8B-B14F-4D97-AF65-F5344CB8AC3E}">
        <p14:creationId xmlns:p14="http://schemas.microsoft.com/office/powerpoint/2010/main" val="544203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2026-09-06T16:05:54.5860000Z</dcterms:created>
  <dcterms:modified xsi:type="dcterms:W3CDTF">2026-09-06T16:05:54.5860000Z</dcterms:modified>
</coreProperties>
</file>