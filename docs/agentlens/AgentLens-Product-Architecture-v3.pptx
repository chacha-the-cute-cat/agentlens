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a066797981437f" /><Relationship Type="http://schemas.openxmlformats.org/officeDocument/2006/relationships/extended-properties" Target="/docProps/app.xml" Id="R60edb836d2444aa0" /><Relationship Type="http://schemas.openxmlformats.org/officeDocument/2006/relationships/officeDocument" Target="/ppt/presentation.xml" Id="R1cfc5597747b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f9ef70b6b64f9c"/>
  </p:sldMasterIdLst>
  <p:notesMasterIdLst>
    <p:notesMasterId xmlns:r="http://schemas.openxmlformats.org/officeDocument/2006/relationships" r:id="R83d652fa09164337"/>
  </p:notesMasterIdLst>
  <p:sldIdLst>
    <p:sldId xmlns:r="http://schemas.openxmlformats.org/officeDocument/2006/relationships" id="256" r:id="R0da3b0cde9e24903"/>
    <p:sldId xmlns:r="http://schemas.openxmlformats.org/officeDocument/2006/relationships" id="257" r:id="Raeb9990d95264253"/>
    <p:sldId xmlns:r="http://schemas.openxmlformats.org/officeDocument/2006/relationships" id="258" r:id="R9708953d38f24f36"/>
    <p:sldId xmlns:r="http://schemas.openxmlformats.org/officeDocument/2006/relationships" id="259" r:id="R0445593f239d4ad3"/>
    <p:sldId xmlns:r="http://schemas.openxmlformats.org/officeDocument/2006/relationships" id="260" r:id="R1ebf91f051a24a05"/>
    <p:sldId xmlns:r="http://schemas.openxmlformats.org/officeDocument/2006/relationships" id="261" r:id="R15c4f588fee744c1"/>
    <p:sldId xmlns:r="http://schemas.openxmlformats.org/officeDocument/2006/relationships" id="262" r:id="R2d5d00442d534447"/>
    <p:sldId xmlns:r="http://schemas.openxmlformats.org/officeDocument/2006/relationships" id="263" r:id="Rf1a8b5ee9f5c44a6"/>
    <p:sldId xmlns:r="http://schemas.openxmlformats.org/officeDocument/2006/relationships" id="264" r:id="R4b38b72a1e7049a5"/>
    <p:sldId xmlns:r="http://schemas.openxmlformats.org/officeDocument/2006/relationships" id="265" r:id="R15ac57d02eeb47d9"/>
    <p:sldId xmlns:r="http://schemas.openxmlformats.org/officeDocument/2006/relationships" id="266" r:id="Re062fd5a77a4465d"/>
    <p:sldId xmlns:r="http://schemas.openxmlformats.org/officeDocument/2006/relationships" id="267" r:id="Ra54a48241e1047ea"/>
    <p:sldId xmlns:r="http://schemas.openxmlformats.org/officeDocument/2006/relationships" id="268" r:id="R1e0bb8e01ef842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79264bd2942b3" /><Relationship Type="http://schemas.openxmlformats.org/officeDocument/2006/relationships/slideMaster" Target="/ppt/slideMasters/slideMaster1.xml" Id="R15f9ef70b6b64f9c" /><Relationship Type="http://schemas.openxmlformats.org/officeDocument/2006/relationships/notesMaster" Target="/ppt/notesMasters/notesMaster1.xml" Id="R83d652fa09164337" /><Relationship Type="http://schemas.openxmlformats.org/officeDocument/2006/relationships/presProps" Target="/ppt/presProps.xml" Id="R4c722ad5184c4b25" /><Relationship Type="http://schemas.openxmlformats.org/officeDocument/2006/relationships/tableStyles" Target="/ppt/tableStyles.xml" Id="R0c25359d9f954532" /><Relationship Type="http://schemas.openxmlformats.org/officeDocument/2006/relationships/slide" Target="/ppt/slides/slide1.xml" Id="R0da3b0cde9e24903" /><Relationship Type="http://schemas.openxmlformats.org/officeDocument/2006/relationships/slide" Target="/ppt/slides/slide2.xml" Id="Raeb9990d95264253" /><Relationship Type="http://schemas.openxmlformats.org/officeDocument/2006/relationships/slide" Target="/ppt/slides/slide3.xml" Id="R9708953d38f24f36" /><Relationship Type="http://schemas.openxmlformats.org/officeDocument/2006/relationships/slide" Target="/ppt/slides/slide4.xml" Id="R0445593f239d4ad3" /><Relationship Type="http://schemas.openxmlformats.org/officeDocument/2006/relationships/slide" Target="/ppt/slides/slide5.xml" Id="R1ebf91f051a24a05" /><Relationship Type="http://schemas.openxmlformats.org/officeDocument/2006/relationships/slide" Target="/ppt/slides/slide6.xml" Id="R15c4f588fee744c1" /><Relationship Type="http://schemas.openxmlformats.org/officeDocument/2006/relationships/slide" Target="/ppt/slides/slide7.xml" Id="R2d5d00442d534447" /><Relationship Type="http://schemas.openxmlformats.org/officeDocument/2006/relationships/slide" Target="/ppt/slides/slide8.xml" Id="Rf1a8b5ee9f5c44a6" /><Relationship Type="http://schemas.openxmlformats.org/officeDocument/2006/relationships/slide" Target="/ppt/slides/slide9.xml" Id="R4b38b72a1e7049a5" /><Relationship Type="http://schemas.openxmlformats.org/officeDocument/2006/relationships/slide" Target="/ppt/slides/slide10.xml" Id="R15ac57d02eeb47d9" /><Relationship Type="http://schemas.openxmlformats.org/officeDocument/2006/relationships/slide" Target="/ppt/slides/slide11.xml" Id="Re062fd5a77a4465d" /><Relationship Type="http://schemas.openxmlformats.org/officeDocument/2006/relationships/slide" Target="/ppt/slides/slide12.xml" Id="Ra54a48241e1047ea" /><Relationship Type="http://schemas.openxmlformats.org/officeDocument/2006/relationships/slide" Target="/ppt/slides/slide13.xml" Id="R1e0bb8e01ef8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0ce150f5a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62e6c603943b1" /><Relationship Type="http://schemas.openxmlformats.org/officeDocument/2006/relationships/notesMaster" Target="/ppt/notesMasters/notesMaster1.xml" Id="R0f07aa3c60de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1b36da98643ff" /><Relationship Type="http://schemas.openxmlformats.org/officeDocument/2006/relationships/notesMaster" Target="/ppt/notesMasters/notesMaster1.xml" Id="Rfa4023d6b6a14c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df3183c814303" /><Relationship Type="http://schemas.openxmlformats.org/officeDocument/2006/relationships/notesMaster" Target="/ppt/notesMasters/notesMaster1.xml" Id="R9bde38c1d98e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58a854b4224fa3" /><Relationship Type="http://schemas.openxmlformats.org/officeDocument/2006/relationships/notesMaster" Target="/ppt/notesMasters/notesMaster1.xml" Id="R27ec91613842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6f95720be9412b" /><Relationship Type="http://schemas.openxmlformats.org/officeDocument/2006/relationships/notesMaster" Target="/ppt/notesMasters/notesMaster1.xml" Id="R3f09a423b4d3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adebc3756a4c88" /><Relationship Type="http://schemas.openxmlformats.org/officeDocument/2006/relationships/notesMaster" Target="/ppt/notesMasters/notesMaster1.xml" Id="Ra78cb0723441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808d260734da8" /><Relationship Type="http://schemas.openxmlformats.org/officeDocument/2006/relationships/notesMaster" Target="/ppt/notesMasters/notesMaster1.xml" Id="Ra9f9a6add2b8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659fbc46c94a80" /><Relationship Type="http://schemas.openxmlformats.org/officeDocument/2006/relationships/notesMaster" Target="/ppt/notesMasters/notesMaster1.xml" Id="R24f9cd9ee482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1c2636af49499c" /><Relationship Type="http://schemas.openxmlformats.org/officeDocument/2006/relationships/notesMaster" Target="/ppt/notesMasters/notesMaster1.xml" Id="Rcbd8c5ae868f48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311634f71b40f4" /><Relationship Type="http://schemas.openxmlformats.org/officeDocument/2006/relationships/notesMaster" Target="/ppt/notesMasters/notesMaster1.xml" Id="Rc53f48cecd344f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1668b2a5f94a1f" /><Relationship Type="http://schemas.openxmlformats.org/officeDocument/2006/relationships/notesMaster" Target="/ppt/notesMasters/notesMaster1.xml" Id="R9347a85a0bfd44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959aeffd25491e" /><Relationship Type="http://schemas.openxmlformats.org/officeDocument/2006/relationships/notesMaster" Target="/ppt/notesMasters/notesMaster1.xml" Id="R2e28ef73a7fb4e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c07eec27144270" /><Relationship Type="http://schemas.openxmlformats.org/officeDocument/2006/relationships/notesMaster" Target="/ppt/notesMasters/notesMaster1.xml" Id="Rf9595887490c41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AgentLens is a Windows runtime security project for observing and controlling AI agent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not a sandbox clone. It observes first and controls only where policy requires.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focuses on runtime visibility rather than static analysis or user-mode hooking.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event uses a versioned event header and JSON Lines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is a single binary to reduce cross-driver communication and simplify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kernel collects events at the system boundary and enforces policy before the operation completes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readers do not hold a global lock. Old snapshots are freed after their retired epoch has no readers.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compilable, loadable security framework, not yet a production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counts exclude generated build, .git, and .vs directories.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remaining work must be validated in a dedicated test VM before any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strengths are based on the current AgentLensKernel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design highlights reflect the current implementation and recent security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points summarize the AgentLens design advantages for AI agent runtime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d810b4c0149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58d486924d4fd1" /><Relationship Type="http://schemas.openxmlformats.org/officeDocument/2006/relationships/slideLayout" Target="/ppt/slideLayouts/slideLayout1.xml" Id="R2587b9957db94c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7b9957db94c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c17872be14428" /><Relationship Type="http://schemas.openxmlformats.org/officeDocument/2006/relationships/notesSlide" Target="/ppt/notesSlides/notesSlide1.xml" Id="R67d03e3867a0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173d8e1564ae9" /><Relationship Type="http://schemas.openxmlformats.org/officeDocument/2006/relationships/notesSlide" Target="/ppt/notesSlides/notesSlide2.xml" Id="R8b07150d3bda4d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6a9a022f043cd" /><Relationship Type="http://schemas.openxmlformats.org/officeDocument/2006/relationships/notesSlide" Target="/ppt/notesSlides/notesSlide3.xml" Id="R4c5da1852a2b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dd3c4f4742d1" /><Relationship Type="http://schemas.openxmlformats.org/officeDocument/2006/relationships/notesSlide" Target="/ppt/notesSlides/notesSlide4.xml" Id="R5f7b25bc9608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756f992f34125" /><Relationship Type="http://schemas.openxmlformats.org/officeDocument/2006/relationships/notesSlide" Target="/ppt/notesSlides/notesSlide5.xml" Id="R5123b2e87a48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513781dad45a0" /><Relationship Type="http://schemas.openxmlformats.org/officeDocument/2006/relationships/notesSlide" Target="/ppt/notesSlides/notesSlide6.xml" Id="R3dd814d4c137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66e31ea8a427a" /><Relationship Type="http://schemas.openxmlformats.org/officeDocument/2006/relationships/notesSlide" Target="/ppt/notesSlides/notesSlide7.xml" Id="R99c4baca2ed944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8bf21f5d54972" /><Relationship Type="http://schemas.openxmlformats.org/officeDocument/2006/relationships/notesSlide" Target="/ppt/notesSlides/notesSlide8.xml" Id="R613f91f3372f41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4f9e95ba4a8f" /><Relationship Type="http://schemas.openxmlformats.org/officeDocument/2006/relationships/notesSlide" Target="/ppt/notesSlides/notesSlide9.xml" Id="Rba0ba9e4e5f74a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0284d41974d28" /><Relationship Type="http://schemas.openxmlformats.org/officeDocument/2006/relationships/notesSlide" Target="/ppt/notesSlides/notesSlide10.xml" Id="R64581289e9ae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54714418c4ab2" /><Relationship Type="http://schemas.openxmlformats.org/officeDocument/2006/relationships/notesSlide" Target="/ppt/notesSlides/notesSlide11.xml" Id="Re25e092cf0284f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11edc7a74ef3" /><Relationship Type="http://schemas.openxmlformats.org/officeDocument/2006/relationships/notesSlide" Target="/ppt/notesSlides/notesSlide12.xml" Id="R6855159e9f3a44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12c9112394242" /><Relationship Type="http://schemas.openxmlformats.org/officeDocument/2006/relationships/notesSlide" Target="/ppt/notesSlides/notesSlide13.xml" Id="R4fcbe776b3b1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3B2A6-A20E-4031-8A10-39B5733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807F-56AE-4083-B232-08FEE06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Windows Runtime Security 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463D-A0B9-404E-BA9A-17346E2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Observe · Correlate · Control</a:t>
            </a:r>
          </a:p>
        </p:txBody>
      </p:sp>
    </p:spTree>
    <p:extLst>
      <p:ext uri="{BB962C8B-B14F-4D97-AF65-F5344CB8AC3E}">
        <p14:creationId xmlns:p14="http://schemas.microsoft.com/office/powerpoint/2010/main" val="114393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F1C48-69DF-4351-8E05-81CD31F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D086A-F801-40D5-96E3-A75F3DB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Observe, understand, correlate, and control what an AI agent does on Windows.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29B8F-7093-4AF7-80AD-C7D99EB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See the real behavior: processes, threads, files, registry, objects, and network.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Preserve the context: parent process, command line, token, current directory, environment, and image identity.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Make decisions in the kernel: allow, log, or deny according to policy.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Keep the agent helpful while making its actions auditable and controllable.</a:t>
            </a:r>
          </a:p>
        </p:txBody>
      </p:sp>
    </p:spTree>
    <p:extLst>
      <p:ext uri="{BB962C8B-B14F-4D97-AF65-F5344CB8AC3E}">
        <p14:creationId xmlns:p14="http://schemas.microsoft.com/office/powerpoint/2010/main" val="111604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BA78-A57E-4977-8881-824374A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FA6F0-ACFD-4C6A-9547-15AEE84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agents perform actions that are hard to explain from a single process or API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F74A-C0E7-4817-A8D0-A41C4C3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 agent may create child processes, write files, modify registry values, and open network connections.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Logs from the application alone do not show which process performed each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teams need a trusted kernel-level record of the full chain.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 links these events with correlation IDs and stable object context.</a:t>
            </a:r>
          </a:p>
        </p:txBody>
      </p:sp>
    </p:spTree>
    <p:extLst>
      <p:ext uri="{BB962C8B-B14F-4D97-AF65-F5344CB8AC3E}">
        <p14:creationId xmlns:p14="http://schemas.microsoft.com/office/powerpoint/2010/main" val="95527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4E32-DAC5-495E-B05F-A5744C0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Functional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5C50E-BD70-403D-9C71-1C7A65D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platform covers the main Windows execution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B52D-0ADF-465F-8D97-6070600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Thread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Image load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File open, read, write, rename, delete, query, security, and directory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open, query, set, enumerate, and delete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 handle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Network connect, flow established, and flow closed</a:t>
            </a:r>
          </a:p>
        </p:txBody>
      </p:sp>
    </p:spTree>
    <p:extLst>
      <p:ext uri="{BB962C8B-B14F-4D97-AF65-F5344CB8AC3E}">
        <p14:creationId xmlns:p14="http://schemas.microsoft.com/office/powerpoint/2010/main" val="141034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3788-C3C5-4152-9065-DCF6944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096A-1056-4833-AA03-71A8392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 single driver keeps trusted observation and control in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27E5-8668-4685-BAB6-81630C6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AgentLensKernel.sys: control device, monitors, context manager, policy engine, event ring,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AgentLensService.exe: reads the event ring, writes JSON Lines, and runs the user-mode service.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AgentLensAgent.dll: collects environment, current directory, image hash, and signature state inside the target process.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AgentLensTools.exe: loads policy, reads stats, and controls the driver.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AgentLensEtw.exe: validates kernel ETW and DNS Client events.</a:t>
            </a:r>
          </a:p>
        </p:txBody>
      </p:sp>
    </p:spTree>
    <p:extLst>
      <p:ext uri="{BB962C8B-B14F-4D97-AF65-F5344CB8AC3E}">
        <p14:creationId xmlns:p14="http://schemas.microsoft.com/office/powerpoint/2010/main" val="773041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8233-77A7-43AB-B0AD-BA15109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2863-738C-4EA1-B797-84EC1B0C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Standard Windows callbacks and filters provide trusted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4518F-0CC5-4D90-BB3F-A1F2F1B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and image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and object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Minifilter for file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WFP ALE and stream callouts for network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Non-paged event ring and named event notification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ETW provider for event delivery</a:t>
            </a:r>
          </a:p>
        </p:txBody>
      </p:sp>
    </p:spTree>
    <p:extLst>
      <p:ext uri="{BB962C8B-B14F-4D97-AF65-F5344CB8AC3E}">
        <p14:creationId xmlns:p14="http://schemas.microsoft.com/office/powerpoint/2010/main" val="123971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DC890-3357-4F1E-9977-3E100CB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Policy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27FDF-AFC8-4DE6-92F0-A5D9E41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Policy is compiled before it reaches the hot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74AC-C277-4B8E-801F-052B059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Text policy compiler and binary policy format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path, image hash, SID hash, and command-line matching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Case-insensitive path prefix tree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snapshots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Epoch-based deferred reclamation for hot policy updates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network flow, and registry key contexts</a:t>
            </a:r>
          </a:p>
        </p:txBody>
      </p:sp>
    </p:spTree>
    <p:extLst>
      <p:ext uri="{BB962C8B-B14F-4D97-AF65-F5344CB8AC3E}">
        <p14:creationId xmlns:p14="http://schemas.microsoft.com/office/powerpoint/2010/main" val="89587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C579-CC7C-448A-9047-CFC6539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4A57-D054-4452-99FA-4C5ABB2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main framework is implemented and compiles in Debug and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D9D9-3FCD-4129-9FE7-C5E74D2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driver combines control, minifilter, and WFP.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file, registry, object, and network monitors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Event ring, shared memory, ETW, JSON Lines, DNS association, policy, and context management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signing is used for development.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Production signing, installer, and VM validation are not yet complete.</a:t>
            </a:r>
          </a:p>
        </p:txBody>
      </p:sp>
    </p:spTree>
    <p:extLst>
      <p:ext uri="{BB962C8B-B14F-4D97-AF65-F5344CB8AC3E}">
        <p14:creationId xmlns:p14="http://schemas.microsoft.com/office/powerpoint/2010/main" val="554107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EC14-BE30-434D-8A89-09BB454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5C618-D4F4-41DF-B0A7-8D088DC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current repository is a focused Windows kernel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A10B0-5A83-44B6-980B-5367123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8,600 total lines across 85 tracked project files.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7,400 lines are C, C++, and headers.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Debug and Release x64 builds pass.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 must be test-signed and run on an isolated test VM.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Validation scripts cover install, uninstall, self-test, fuzz, and driver verifier workflows.</a:t>
            </a:r>
          </a:p>
        </p:txBody>
      </p:sp>
    </p:spTree>
    <p:extLst>
      <p:ext uri="{BB962C8B-B14F-4D97-AF65-F5344CB8AC3E}">
        <p14:creationId xmlns:p14="http://schemas.microsoft.com/office/powerpoint/2010/main" val="753607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C3C4-0212-4160-AB15-3E71326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DB05-B873-4B8B-A394-687C44C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next step is production validation, not more unchecked kernel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18A2-D43D-4898-BE19-3ED3EBA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Driver Verifier, IOCTL fuzz, policy fuzz, and repeated load and unload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high-concurrency event stress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ETW provider registration and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Complete catalog validation and production signing.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 performance baselines and counters.</a:t>
            </a:r>
          </a:p>
        </p:txBody>
      </p:sp>
    </p:spTree>
    <p:extLst>
      <p:ext uri="{BB962C8B-B14F-4D97-AF65-F5344CB8AC3E}">
        <p14:creationId xmlns:p14="http://schemas.microsoft.com/office/powerpoint/2010/main" val="1452626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327E-038F-47C7-B2C7-8DFCF66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 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B981-2353-4AAD-870C-8D82EB2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design supports trustworthy observation before enforcement.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82A5-B7CE-44CA-86A9-B60D209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callbacks cover process, thread, image, file, registry, object, and network activity.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Pre-operation policy checks can block actions before they happen.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single driver combines control,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Correlation IDs and AgentSessionId preserve process-tree relationships.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non-paged event ring and ETW provide low-overhead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User-mode Agent components support context without becoming the security boundary.</a:t>
            </a:r>
          </a:p>
        </p:txBody>
      </p:sp>
    </p:spTree>
    <p:extLst>
      <p:ext uri="{BB962C8B-B14F-4D97-AF65-F5344CB8AC3E}">
        <p14:creationId xmlns:p14="http://schemas.microsoft.com/office/powerpoint/2010/main" val="187485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7CED-F4C9-46DF-882E-74EE774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design highlights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A825B-8B39-42BA-A3DD-27F171A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implementation favors safety, testability, and low-latency policy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A7BD1-4C53-42C9-953D-2B6A3DE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Table-driven IOCTL dispatch keeps control handlers easy to extend.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policy snapshots use a path prefix tree and epoch-based reclamation.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Structured IOCTL and policy fuzzing cover malformed headers and length mismatches.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query hashing uses safe post-operation reads instead of recursive registry queries.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anomaly detection compares child and parent identity, integrity, and privileges.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Best-effort TLS ClientHello SNI extraction adds domain visibility to network events.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Input validation and lifecycle cleanup were hardened after kernel code review.</a:t>
            </a:r>
          </a:p>
        </p:txBody>
      </p:sp>
    </p:spTree>
    <p:extLst>
      <p:ext uri="{BB962C8B-B14F-4D97-AF65-F5344CB8AC3E}">
        <p14:creationId xmlns:p14="http://schemas.microsoft.com/office/powerpoint/2010/main" val="544203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43B7-1CC1-41EA-9133-E73CB21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fits AI agent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EAEF-0BD8-44D5-A6F5-4281611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kernel design matches the needs of observing and controlling agent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502FC-DA0D-44CF-99C2-0A8FFD0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callbacks observe process, thread, image, file, registry, object, and network actions.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CorrelationId and ParentCorrelationId reconstruct the full process tree caused by one agent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Pre-operation policy checks can block file, registry, process, and network actions.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AgentSessionId now inherits from the root process, so one query retrieves the whole tree.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snapshots detect privilege changes between a child process and its parent.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ConversationId and ToolCallId link kernel events to agent dialogue and tool-call context.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TLS SNI extraction adds domain visibility to outbound network events.</a:t>
            </a:r>
          </a:p>
        </p:txBody>
      </p:sp>
    </p:spTree>
    <p:extLst>
      <p:ext uri="{BB962C8B-B14F-4D97-AF65-F5344CB8AC3E}">
        <p14:creationId xmlns:p14="http://schemas.microsoft.com/office/powerpoint/2010/main" val="1328516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2026-09-06T16:12:03.7590000Z</dcterms:created>
  <dcterms:modified xsi:type="dcterms:W3CDTF">2026-09-06T16:12:03.7590000Z</dcterms:modified>
</coreProperties>
</file>