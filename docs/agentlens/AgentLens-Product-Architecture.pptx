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a234d1ea034e80" /><Relationship Type="http://schemas.openxmlformats.org/officeDocument/2006/relationships/extended-properties" Target="/docProps/app.xml" Id="Rd51103d9e3af46ab" /><Relationship Type="http://schemas.openxmlformats.org/officeDocument/2006/relationships/officeDocument" Target="/ppt/presentation.xml" Id="R7d126282b277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d04c5658a34547"/>
  </p:sldMasterIdLst>
  <p:notesMasterIdLst>
    <p:notesMasterId xmlns:r="http://schemas.openxmlformats.org/officeDocument/2006/relationships" r:id="R26042071f6ec4548"/>
  </p:notesMasterIdLst>
  <p:sldIdLst>
    <p:sldId xmlns:r="http://schemas.openxmlformats.org/officeDocument/2006/relationships" id="256" r:id="R5184d32194914d9d"/>
    <p:sldId xmlns:r="http://schemas.openxmlformats.org/officeDocument/2006/relationships" id="257" r:id="R5173476fd90c45e1"/>
    <p:sldId xmlns:r="http://schemas.openxmlformats.org/officeDocument/2006/relationships" id="258" r:id="R6fade99d2a0049aa"/>
    <p:sldId xmlns:r="http://schemas.openxmlformats.org/officeDocument/2006/relationships" id="259" r:id="Re8f6e2b267ed4135"/>
    <p:sldId xmlns:r="http://schemas.openxmlformats.org/officeDocument/2006/relationships" id="260" r:id="R4deb66f7f1b94012"/>
    <p:sldId xmlns:r="http://schemas.openxmlformats.org/officeDocument/2006/relationships" id="261" r:id="R9515f51b306d488b"/>
    <p:sldId xmlns:r="http://schemas.openxmlformats.org/officeDocument/2006/relationships" id="262" r:id="R8d5a8ba097b24123"/>
    <p:sldId xmlns:r="http://schemas.openxmlformats.org/officeDocument/2006/relationships" id="263" r:id="Rc25b5d7adcb044fd"/>
    <p:sldId xmlns:r="http://schemas.openxmlformats.org/officeDocument/2006/relationships" id="264" r:id="Rd47fe1be6d6044c6"/>
    <p:sldId xmlns:r="http://schemas.openxmlformats.org/officeDocument/2006/relationships" id="265" r:id="R9741fb66e46546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cc5ab539714620" /><Relationship Type="http://schemas.openxmlformats.org/officeDocument/2006/relationships/slideMaster" Target="/ppt/slideMasters/slideMaster1.xml" Id="R3cd04c5658a34547" /><Relationship Type="http://schemas.openxmlformats.org/officeDocument/2006/relationships/notesMaster" Target="/ppt/notesMasters/notesMaster1.xml" Id="R26042071f6ec4548" /><Relationship Type="http://schemas.openxmlformats.org/officeDocument/2006/relationships/presProps" Target="/ppt/presProps.xml" Id="Rfa10962fab794da1" /><Relationship Type="http://schemas.openxmlformats.org/officeDocument/2006/relationships/tableStyles" Target="/ppt/tableStyles.xml" Id="R045f834190034cae" /><Relationship Type="http://schemas.openxmlformats.org/officeDocument/2006/relationships/slide" Target="/ppt/slides/slide1.xml" Id="R5184d32194914d9d" /><Relationship Type="http://schemas.openxmlformats.org/officeDocument/2006/relationships/slide" Target="/ppt/slides/slide2.xml" Id="R5173476fd90c45e1" /><Relationship Type="http://schemas.openxmlformats.org/officeDocument/2006/relationships/slide" Target="/ppt/slides/slide3.xml" Id="R6fade99d2a0049aa" /><Relationship Type="http://schemas.openxmlformats.org/officeDocument/2006/relationships/slide" Target="/ppt/slides/slide4.xml" Id="Re8f6e2b267ed4135" /><Relationship Type="http://schemas.openxmlformats.org/officeDocument/2006/relationships/slide" Target="/ppt/slides/slide5.xml" Id="R4deb66f7f1b94012" /><Relationship Type="http://schemas.openxmlformats.org/officeDocument/2006/relationships/slide" Target="/ppt/slides/slide6.xml" Id="R9515f51b306d488b" /><Relationship Type="http://schemas.openxmlformats.org/officeDocument/2006/relationships/slide" Target="/ppt/slides/slide7.xml" Id="R8d5a8ba097b24123" /><Relationship Type="http://schemas.openxmlformats.org/officeDocument/2006/relationships/slide" Target="/ppt/slides/slide8.xml" Id="Rc25b5d7adcb044fd" /><Relationship Type="http://schemas.openxmlformats.org/officeDocument/2006/relationships/slide" Target="/ppt/slides/slide9.xml" Id="Rd47fe1be6d6044c6" /><Relationship Type="http://schemas.openxmlformats.org/officeDocument/2006/relationships/slide" Target="/ppt/slides/slide10.xml" Id="R9741fb66e46546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2ad8a79ae2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68a23abf434955" /><Relationship Type="http://schemas.openxmlformats.org/officeDocument/2006/relationships/notesMaster" Target="/ppt/notesMasters/notesMaster1.xml" Id="R3dd9d9d4fb5847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1607157e0f4b18" /><Relationship Type="http://schemas.openxmlformats.org/officeDocument/2006/relationships/notesMaster" Target="/ppt/notesMasters/notesMaster1.xml" Id="Rc3948d7e2bd041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b384dfec0b46d9" /><Relationship Type="http://schemas.openxmlformats.org/officeDocument/2006/relationships/notesMaster" Target="/ppt/notesMasters/notesMaster1.xml" Id="R83c0e4e663c94d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8ef69dead046a5" /><Relationship Type="http://schemas.openxmlformats.org/officeDocument/2006/relationships/notesMaster" Target="/ppt/notesMasters/notesMaster1.xml" Id="Ra36dd3ea15ca4e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c1f50c93e943d1" /><Relationship Type="http://schemas.openxmlformats.org/officeDocument/2006/relationships/notesMaster" Target="/ppt/notesMasters/notesMaster1.xml" Id="Rd0ed345a52bf45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932e45bfb44c52" /><Relationship Type="http://schemas.openxmlformats.org/officeDocument/2006/relationships/notesMaster" Target="/ppt/notesMasters/notesMaster1.xml" Id="R2c75ab6e6afc4b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ce74c135a84bc2" /><Relationship Type="http://schemas.openxmlformats.org/officeDocument/2006/relationships/notesMaster" Target="/ppt/notesMasters/notesMaster1.xml" Id="Ra0e28a324a5244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aa1a615a6e47bf" /><Relationship Type="http://schemas.openxmlformats.org/officeDocument/2006/relationships/notesMaster" Target="/ppt/notesMasters/notesMaster1.xml" Id="Raaf18ec7a5344f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969da798144026" /><Relationship Type="http://schemas.openxmlformats.org/officeDocument/2006/relationships/notesMaster" Target="/ppt/notesMasters/notesMaster1.xml" Id="R3deca5e88c1a48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0235517c0640b7" /><Relationship Type="http://schemas.openxmlformats.org/officeDocument/2006/relationships/notesMaster" Target="/ppt/notesMasters/notesMaster1.xml" Id="R2ae5ab5669134b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AgentLens is a Windows runtime security project for observing and controlling AI agent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is not a sandbox clone. It observes first and controls only where policy requires.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design focuses on runtime visibility rather than static analysis or user-mode hooking.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event uses a versioned event header and JSON Lines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driver is a single binary to reduce cross-driver communication and simplify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kernel collects events at the system boundary and enforces policy before the operation completes where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Policy readers do not hold a global lock. Old snapshots are freed after their retired epoch has no readers.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is a compilable, loadable security framework, not yet a production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Line counts exclude generated build, .git, and .vs directories.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remaining work must be validated in a dedicated test VM before any production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98bdfb89b4f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1979fad9d45a7" /><Relationship Type="http://schemas.openxmlformats.org/officeDocument/2006/relationships/slideLayout" Target="/ppt/slideLayouts/slideLayout1.xml" Id="R58cfd73bd8e2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cfd73bd8e2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5904785674679" /><Relationship Type="http://schemas.openxmlformats.org/officeDocument/2006/relationships/notesSlide" Target="/ppt/notesSlides/notesSlide1.xml" Id="R0666864d68584f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2186c4aba4503" /><Relationship Type="http://schemas.openxmlformats.org/officeDocument/2006/relationships/notesSlide" Target="/ppt/notesSlides/notesSlide2.xml" Id="R85371c006e8349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3bf1dbda14ab2" /><Relationship Type="http://schemas.openxmlformats.org/officeDocument/2006/relationships/notesSlide" Target="/ppt/notesSlides/notesSlide3.xml" Id="Re561f38c8e6547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18f8f66c243ca" /><Relationship Type="http://schemas.openxmlformats.org/officeDocument/2006/relationships/notesSlide" Target="/ppt/notesSlides/notesSlide4.xml" Id="R1a65f07d332d40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3f2538d984460" /><Relationship Type="http://schemas.openxmlformats.org/officeDocument/2006/relationships/notesSlide" Target="/ppt/notesSlides/notesSlide5.xml" Id="Rd21aff447ea14e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6203b8c4b4e0a" /><Relationship Type="http://schemas.openxmlformats.org/officeDocument/2006/relationships/notesSlide" Target="/ppt/notesSlides/notesSlide6.xml" Id="R86766f02f8004e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55920eba94f36" /><Relationship Type="http://schemas.openxmlformats.org/officeDocument/2006/relationships/notesSlide" Target="/ppt/notesSlides/notesSlide7.xml" Id="Rbf32e48ff1864a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42cc0f94744a5" /><Relationship Type="http://schemas.openxmlformats.org/officeDocument/2006/relationships/notesSlide" Target="/ppt/notesSlides/notesSlide8.xml" Id="Rb7c7748647984c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61928a38e4622" /><Relationship Type="http://schemas.openxmlformats.org/officeDocument/2006/relationships/notesSlide" Target="/ppt/notesSlides/notesSlide9.xml" Id="R160d76c7a43148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677f7d3444874" /><Relationship Type="http://schemas.openxmlformats.org/officeDocument/2006/relationships/notesSlide" Target="/ppt/notesSlides/notesSlide10.xml" Id="Rcc6dd19f2cb34f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3B2A6-A20E-4031-8A10-39B5733C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51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4807F-56AE-4083-B232-08FEE06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Windows Runtime Security for AI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A463D-A0B9-404E-BA9A-17346E26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Observe · Correlate · Control</a:t>
            </a:r>
          </a:p>
        </p:txBody>
      </p:sp>
    </p:spTree>
    <p:extLst>
      <p:ext uri="{BB962C8B-B14F-4D97-AF65-F5344CB8AC3E}">
        <p14:creationId xmlns:p14="http://schemas.microsoft.com/office/powerpoint/2010/main" val="1143936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F1C48-69DF-4351-8E05-81CD31F9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Product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D086A-F801-40D5-96E3-A75F3DB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Observe, understand, correlate, and control what an AI agent does on Windows.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29B8F-7093-4AF7-80AD-C7D99EB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See the real behavior: processes, threads, files, registry, objects, and network.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Preserve the context: parent process, command line, token, current directory, environment, and image identity.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Make decisions in the kernel: allow, log, or deny according to policy.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Keep the agent helpful while making its actions auditable and controllable.</a:t>
            </a:r>
          </a:p>
        </p:txBody>
      </p:sp>
    </p:spTree>
    <p:extLst>
      <p:ext uri="{BB962C8B-B14F-4D97-AF65-F5344CB8AC3E}">
        <p14:creationId xmlns:p14="http://schemas.microsoft.com/office/powerpoint/2010/main" val="111604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ABA78-A57E-4977-8881-824374A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FA6F0-ACFD-4C6A-9547-15AEE84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 agents perform actions that are hard to explain from a single process or API call.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9F74A-C0E7-4817-A8D0-A41C4C37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An agent may create child processes, write files, modify registry values, and open network connections.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Logs from the application alone do not show which process performed each action.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Security teams need a trusted kernel-level record of the full chain.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 links these events with correlation IDs and stable object context.</a:t>
            </a:r>
          </a:p>
        </p:txBody>
      </p:sp>
    </p:spTree>
    <p:extLst>
      <p:ext uri="{BB962C8B-B14F-4D97-AF65-F5344CB8AC3E}">
        <p14:creationId xmlns:p14="http://schemas.microsoft.com/office/powerpoint/2010/main" val="955270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34E32-DAC5-495E-B05F-A5744C0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Functional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5C50E-BD70-403D-9C71-1C7A65D1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platform covers the main Windows execution surfaces.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EB52D-0ADF-465F-8D97-60706000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 create and exit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Thread create and exit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Image load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File open, read, write, rename, delete, query, security, and directory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open, query, set, enumerate, and delete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Object handle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Network connect, flow established, and flow closed</a:t>
            </a:r>
          </a:p>
        </p:txBody>
      </p:sp>
    </p:spTree>
    <p:extLst>
      <p:ext uri="{BB962C8B-B14F-4D97-AF65-F5344CB8AC3E}">
        <p14:creationId xmlns:p14="http://schemas.microsoft.com/office/powerpoint/2010/main" val="1410341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C3788-C3C5-4152-9065-DCF69443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6096A-1056-4833-AA03-71A8392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 single driver keeps trusted observation and control in one place.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227E5-8668-4685-BAB6-81630C67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AgentLensKernel.sys: control device, monitors, context manager, policy engine, event ring, minifilter, and WFP callouts.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AgentLensService.exe: reads the event ring, writes JSON Lines, and runs the user-mode service.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AgentLensAgent.dll: collects environment, current directory, image hash, and signature state inside the target process.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AgentLensTools.exe: loads policy, reads stats, and controls the driver.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AgentLensEtw.exe: validates kernel ETW and DNS Client events.</a:t>
            </a:r>
          </a:p>
        </p:txBody>
      </p:sp>
    </p:spTree>
    <p:extLst>
      <p:ext uri="{BB962C8B-B14F-4D97-AF65-F5344CB8AC3E}">
        <p14:creationId xmlns:p14="http://schemas.microsoft.com/office/powerpoint/2010/main" val="773041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8233-77A7-43AB-B0AD-BA15109F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02863-738C-4EA1-B797-84EC1B0C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Standard Windows callbacks and filters provide trusted visibility.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4518F-0CC5-4D90-BB3F-A1F2F1BD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and image callbacks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Registry and object callbacks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Minifilter for file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WFP ALE and stream callouts for network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Non-paged event ring and named event notification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ETW provider for event delivery</a:t>
            </a:r>
          </a:p>
        </p:txBody>
      </p:sp>
    </p:spTree>
    <p:extLst>
      <p:ext uri="{BB962C8B-B14F-4D97-AF65-F5344CB8AC3E}">
        <p14:creationId xmlns:p14="http://schemas.microsoft.com/office/powerpoint/2010/main" val="1239714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DC890-3357-4F1E-9977-3E100CB7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Policy and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27FDF-AFC8-4DE6-92F0-A5D9E41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Policy is compiled before it reaches the hot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74AC-C277-4B8E-801F-052B059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Text policy compiler and binary policy format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path, image hash, SID hash, and command-line matching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Case-insensitive path prefix tree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Immutable copy-on-write snapshots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Epoch-based deferred reclamation for hot policy updates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image, network flow, and registry key contexts</a:t>
            </a:r>
          </a:p>
        </p:txBody>
      </p:sp>
    </p:spTree>
    <p:extLst>
      <p:ext uri="{BB962C8B-B14F-4D97-AF65-F5344CB8AC3E}">
        <p14:creationId xmlns:p14="http://schemas.microsoft.com/office/powerpoint/2010/main" val="895878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8C579-CC7C-448A-9047-CFC65395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04A57-D054-4452-99FA-4C5ABB2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main framework is implemented and compiles in Debug and Release.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D9D9-3FCD-4129-9FE7-C5E74D28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Single driver combines control, minifilter, and WFP.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Process, thread, image, file, registry, object, and network monitors are present.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Event ring, shared memory, ETW, JSON Lines, DNS association, policy, and context management are present.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Test signing is used for development.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Production signing, installer, and VM validation are not yet complete.</a:t>
            </a:r>
          </a:p>
        </p:txBody>
      </p:sp>
    </p:spTree>
    <p:extLst>
      <p:ext uri="{BB962C8B-B14F-4D97-AF65-F5344CB8AC3E}">
        <p14:creationId xmlns:p14="http://schemas.microsoft.com/office/powerpoint/2010/main" val="554107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DEC14-BE30-434D-8A89-09BB454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Code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5C618-D4F4-41DF-B0A7-8D088DC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current repository is a focused Windows kernel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A10B0-5A83-44B6-980B-53671232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About 8,600 total lines across 85 tracked project files.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About 7,400 lines are C, C++, and headers.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Debug and Release x64 builds pass.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Driver must be test-signed and run on an isolated test VM.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Validation scripts cover install, uninstall, self-test, fuzz, and driver verifier workflows.</a:t>
            </a:r>
          </a:p>
        </p:txBody>
      </p:sp>
    </p:spTree>
    <p:extLst>
      <p:ext uri="{BB962C8B-B14F-4D97-AF65-F5344CB8AC3E}">
        <p14:creationId xmlns:p14="http://schemas.microsoft.com/office/powerpoint/2010/main" val="7536070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1C3C4-0212-4160-AB15-3E713269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DB05-B873-4B8B-A394-687C44C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The next step is production validation, not more unchecked kernel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F18A2-D43D-4898-BE19-3ED3EBA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 Driver Verifier, IOCTL fuzz, policy fuzz, and repeated load and unload tests.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 high-concurrency event stress tests.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Verify ETW provider registration and event delivery.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Complete catalog validation and production signing.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Add performance baselines and counters.</a:t>
            </a:r>
          </a:p>
        </p:txBody>
      </p:sp>
    </p:spTree>
    <p:extLst>
      <p:ext uri="{BB962C8B-B14F-4D97-AF65-F5344CB8AC3E}">
        <p14:creationId xmlns:p14="http://schemas.microsoft.com/office/powerpoint/2010/main" val="1452626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2026-09-06T12:50:48.4420000Z</dcterms:created>
  <dcterms:modified xsi:type="dcterms:W3CDTF">2026-09-06T12:50:48.4420000Z</dcterms:modified>
</coreProperties>
</file>