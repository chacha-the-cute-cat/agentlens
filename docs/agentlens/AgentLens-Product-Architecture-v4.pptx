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bdee2171144d06" /><Relationship Type="http://schemas.openxmlformats.org/officeDocument/2006/relationships/extended-properties" Target="/docProps/app.xml" Id="Rfdc22742fa114e18" /><Relationship Type="http://schemas.openxmlformats.org/officeDocument/2006/relationships/officeDocument" Target="/ppt/presentation.xml" Id="Rb5a7791402624c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e5c8d44c0e4de8"/>
  </p:sldMasterIdLst>
  <p:notesMasterIdLst>
    <p:notesMasterId xmlns:r="http://schemas.openxmlformats.org/officeDocument/2006/relationships" r:id="Re1075692f7c34ed5"/>
  </p:notesMasterIdLst>
  <p:sldIdLst>
    <p:sldId xmlns:r="http://schemas.openxmlformats.org/officeDocument/2006/relationships" id="256" r:id="Rdff2ff4f829d4215"/>
    <p:sldId xmlns:r="http://schemas.openxmlformats.org/officeDocument/2006/relationships" id="257" r:id="R934d02afc38b4f64"/>
    <p:sldId xmlns:r="http://schemas.openxmlformats.org/officeDocument/2006/relationships" id="258" r:id="Rb001c4cc874646e0"/>
    <p:sldId xmlns:r="http://schemas.openxmlformats.org/officeDocument/2006/relationships" id="259" r:id="Re452ce861ae845f1"/>
    <p:sldId xmlns:r="http://schemas.openxmlformats.org/officeDocument/2006/relationships" id="260" r:id="R4b2209c742154853"/>
    <p:sldId xmlns:r="http://schemas.openxmlformats.org/officeDocument/2006/relationships" id="261" r:id="R645457d9cce34170"/>
    <p:sldId xmlns:r="http://schemas.openxmlformats.org/officeDocument/2006/relationships" id="262" r:id="R7eca88c563f44375"/>
    <p:sldId xmlns:r="http://schemas.openxmlformats.org/officeDocument/2006/relationships" id="263" r:id="Rb87a4d69d262439a"/>
    <p:sldId xmlns:r="http://schemas.openxmlformats.org/officeDocument/2006/relationships" id="264" r:id="Raf1c74f85a224fb9"/>
    <p:sldId xmlns:r="http://schemas.openxmlformats.org/officeDocument/2006/relationships" id="265" r:id="Rcfaee12399c74878"/>
    <p:sldId xmlns:r="http://schemas.openxmlformats.org/officeDocument/2006/relationships" id="266" r:id="R42caed3ea1344beb"/>
    <p:sldId xmlns:r="http://schemas.openxmlformats.org/officeDocument/2006/relationships" id="267" r:id="R59d0b42632cf47a6"/>
    <p:sldId xmlns:r="http://schemas.openxmlformats.org/officeDocument/2006/relationships" id="268" r:id="Rb38a6c1ecf9d4288"/>
    <p:sldId xmlns:r="http://schemas.openxmlformats.org/officeDocument/2006/relationships" id="269" r:id="R98fb7c0775864c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af52daa57e4fd5" /><Relationship Type="http://schemas.openxmlformats.org/officeDocument/2006/relationships/slideMaster" Target="/ppt/slideMasters/slideMaster1.xml" Id="R93e5c8d44c0e4de8" /><Relationship Type="http://schemas.openxmlformats.org/officeDocument/2006/relationships/notesMaster" Target="/ppt/notesMasters/notesMaster1.xml" Id="Re1075692f7c34ed5" /><Relationship Type="http://schemas.openxmlformats.org/officeDocument/2006/relationships/presProps" Target="/ppt/presProps.xml" Id="R6d06e0d8270a4570" /><Relationship Type="http://schemas.openxmlformats.org/officeDocument/2006/relationships/tableStyles" Target="/ppt/tableStyles.xml" Id="R7e04d8e5cf1c4582" /><Relationship Type="http://schemas.openxmlformats.org/officeDocument/2006/relationships/slide" Target="/ppt/slides/slide1.xml" Id="Rdff2ff4f829d4215" /><Relationship Type="http://schemas.openxmlformats.org/officeDocument/2006/relationships/slide" Target="/ppt/slides/slide2.xml" Id="R934d02afc38b4f64" /><Relationship Type="http://schemas.openxmlformats.org/officeDocument/2006/relationships/slide" Target="/ppt/slides/slide3.xml" Id="Rb001c4cc874646e0" /><Relationship Type="http://schemas.openxmlformats.org/officeDocument/2006/relationships/slide" Target="/ppt/slides/slide4.xml" Id="Re452ce861ae845f1" /><Relationship Type="http://schemas.openxmlformats.org/officeDocument/2006/relationships/slide" Target="/ppt/slides/slide5.xml" Id="R4b2209c742154853" /><Relationship Type="http://schemas.openxmlformats.org/officeDocument/2006/relationships/slide" Target="/ppt/slides/slide6.xml" Id="R645457d9cce34170" /><Relationship Type="http://schemas.openxmlformats.org/officeDocument/2006/relationships/slide" Target="/ppt/slides/slide7.xml" Id="R7eca88c563f44375" /><Relationship Type="http://schemas.openxmlformats.org/officeDocument/2006/relationships/slide" Target="/ppt/slides/slide8.xml" Id="Rb87a4d69d262439a" /><Relationship Type="http://schemas.openxmlformats.org/officeDocument/2006/relationships/slide" Target="/ppt/slides/slide9.xml" Id="Raf1c74f85a224fb9" /><Relationship Type="http://schemas.openxmlformats.org/officeDocument/2006/relationships/slide" Target="/ppt/slides/slide10.xml" Id="Rcfaee12399c74878" /><Relationship Type="http://schemas.openxmlformats.org/officeDocument/2006/relationships/slide" Target="/ppt/slides/slide11.xml" Id="R42caed3ea1344beb" /><Relationship Type="http://schemas.openxmlformats.org/officeDocument/2006/relationships/slide" Target="/ppt/slides/slide12.xml" Id="R59d0b42632cf47a6" /><Relationship Type="http://schemas.openxmlformats.org/officeDocument/2006/relationships/slide" Target="/ppt/slides/slide13.xml" Id="Rb38a6c1ecf9d4288" /><Relationship Type="http://schemas.openxmlformats.org/officeDocument/2006/relationships/slide" Target="/ppt/slides/slide14.xml" Id="R98fb7c0775864c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9b69124f8144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5e780734014455" /><Relationship Type="http://schemas.openxmlformats.org/officeDocument/2006/relationships/notesMaster" Target="/ppt/notesMasters/notesMaster1.xml" Id="Rd9924547da704c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d0e425cd334331" /><Relationship Type="http://schemas.openxmlformats.org/officeDocument/2006/relationships/notesMaster" Target="/ppt/notesMasters/notesMaster1.xml" Id="R8a71cb5b13514a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2dff5fcaac4152" /><Relationship Type="http://schemas.openxmlformats.org/officeDocument/2006/relationships/notesMaster" Target="/ppt/notesMasters/notesMaster1.xml" Id="Re3b1448d962148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50894d9da24198" /><Relationship Type="http://schemas.openxmlformats.org/officeDocument/2006/relationships/notesMaster" Target="/ppt/notesMasters/notesMaster1.xml" Id="Ra01428aea49b46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2192c74eb445ec" /><Relationship Type="http://schemas.openxmlformats.org/officeDocument/2006/relationships/notesMaster" Target="/ppt/notesMasters/notesMaster1.xml" Id="R5d998e84674247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fc5cc6f5674f8a" /><Relationship Type="http://schemas.openxmlformats.org/officeDocument/2006/relationships/notesMaster" Target="/ppt/notesMasters/notesMaster1.xml" Id="R7e08dfcfa12345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6fcb78cde3428e" /><Relationship Type="http://schemas.openxmlformats.org/officeDocument/2006/relationships/notesMaster" Target="/ppt/notesMasters/notesMaster1.xml" Id="Rd5e85cbaa78b40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d2ad99eb6848e5" /><Relationship Type="http://schemas.openxmlformats.org/officeDocument/2006/relationships/notesMaster" Target="/ppt/notesMasters/notesMaster1.xml" Id="R825cf811b15c45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5cee936f504df9" /><Relationship Type="http://schemas.openxmlformats.org/officeDocument/2006/relationships/notesMaster" Target="/ppt/notesMasters/notesMaster1.xml" Id="R880b1d5596084d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537cb754784a92" /><Relationship Type="http://schemas.openxmlformats.org/officeDocument/2006/relationships/notesMaster" Target="/ppt/notesMasters/notesMaster1.xml" Id="R2a3f326413e94f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77f38f5f1c4168" /><Relationship Type="http://schemas.openxmlformats.org/officeDocument/2006/relationships/notesMaster" Target="/ppt/notesMasters/notesMaster1.xml" Id="R5e0e7965ee5443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86a184eeeb4e43" /><Relationship Type="http://schemas.openxmlformats.org/officeDocument/2006/relationships/notesMaster" Target="/ppt/notesMasters/notesMaster1.xml" Id="Rf7019c21ea5040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e7d4d1d1454e7c" /><Relationship Type="http://schemas.openxmlformats.org/officeDocument/2006/relationships/notesMaster" Target="/ppt/notesMasters/notesMaster1.xml" Id="Ra07cd73f900e4a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098dc3cb94400e" /><Relationship Type="http://schemas.openxmlformats.org/officeDocument/2006/relationships/notesMaster" Target="/ppt/notesMasters/notesMaster1.xml" Id="Re0577ddc129745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AgentLens is a Windows runtime security project for observing and controlling AI agent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is not a sandbox clone. It observes first and controls only where policy requires.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design focuses on runtime visibility rather than static analysis or user-mode hooking.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event uses a versioned event header and JSON Lines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driver is a single binary to reduce cross-driver communication and simplify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kernel collects events at the system boundary and enforces policy before the operation completes where possible.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Policy readers do not hold a global lock. Old snapshots are freed after their retired epoch has no readers.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is a compilable, loadable security framework, not yet a production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Line counts exclude generated build, .git, and .vs directories.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remaining work must be validated in a dedicated test VM before any production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strengths are based on the current AgentLensKernel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design highlights reflect the current implementation and recent security fixes.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points summarize the AgentLens design advantages for AI agent runtime monitoring.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design strengths summarize the kernel architecture review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f53b41d0d4f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c6f3dd26ca45de" /><Relationship Type="http://schemas.openxmlformats.org/officeDocument/2006/relationships/slideLayout" Target="/ppt/slideLayouts/slideLayout1.xml" Id="R279fc0054a804c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9fc0054a804c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4c575900045f0" /><Relationship Type="http://schemas.openxmlformats.org/officeDocument/2006/relationships/notesSlide" Target="/ppt/notesSlides/notesSlide1.xml" Id="R68f399fd19ac49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d8ff67e8c409b" /><Relationship Type="http://schemas.openxmlformats.org/officeDocument/2006/relationships/notesSlide" Target="/ppt/notesSlides/notesSlide2.xml" Id="R27198da71ec540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e3c7b2a7c4c08" /><Relationship Type="http://schemas.openxmlformats.org/officeDocument/2006/relationships/notesSlide" Target="/ppt/notesSlides/notesSlide3.xml" Id="R244b0af7bb494d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f5fa51c3347ac" /><Relationship Type="http://schemas.openxmlformats.org/officeDocument/2006/relationships/notesSlide" Target="/ppt/notesSlides/notesSlide4.xml" Id="R40fbea237b1442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8c260ef434853" /><Relationship Type="http://schemas.openxmlformats.org/officeDocument/2006/relationships/notesSlide" Target="/ppt/notesSlides/notesSlide5.xml" Id="R460e21c5eed745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f789f7a2f4217" /><Relationship Type="http://schemas.openxmlformats.org/officeDocument/2006/relationships/notesSlide" Target="/ppt/notesSlides/notesSlide6.xml" Id="R40d9d8969bc942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61e036c62443a" /><Relationship Type="http://schemas.openxmlformats.org/officeDocument/2006/relationships/notesSlide" Target="/ppt/notesSlides/notesSlide7.xml" Id="R4d1103e0a98046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b9ed7d4c84ec4" /><Relationship Type="http://schemas.openxmlformats.org/officeDocument/2006/relationships/notesSlide" Target="/ppt/notesSlides/notesSlide8.xml" Id="Rae669978287b41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dd96555054e8a" /><Relationship Type="http://schemas.openxmlformats.org/officeDocument/2006/relationships/notesSlide" Target="/ppt/notesSlides/notesSlide9.xml" Id="R0d62438e86c34c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4040895394cef" /><Relationship Type="http://schemas.openxmlformats.org/officeDocument/2006/relationships/notesSlide" Target="/ppt/notesSlides/notesSlide10.xml" Id="R107a72cbf38344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d71cb89f94222" /><Relationship Type="http://schemas.openxmlformats.org/officeDocument/2006/relationships/notesSlide" Target="/ppt/notesSlides/notesSlide11.xml" Id="Rbc406254e27542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61b0611984013" /><Relationship Type="http://schemas.openxmlformats.org/officeDocument/2006/relationships/notesSlide" Target="/ppt/notesSlides/notesSlide12.xml" Id="R5d770b6cd56b49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69dce625344cd" /><Relationship Type="http://schemas.openxmlformats.org/officeDocument/2006/relationships/notesSlide" Target="/ppt/notesSlides/notesSlide13.xml" Id="R31a67f33da5648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dd29d5b774f21" /><Relationship Type="http://schemas.openxmlformats.org/officeDocument/2006/relationships/notesSlide" Target="/ppt/notesSlides/notesSlide14.xml" Id="Raa144976854e41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3B2A6-A20E-4031-8A10-39B5733C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51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4807F-56AE-4083-B232-08FEE06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051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Windows Runtime Security for AI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A463D-A0B9-404E-BA9A-17346E26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Observe · Correlate · Control</a:t>
            </a:r>
          </a:p>
        </p:txBody>
      </p:sp>
    </p:spTree>
    <p:extLst>
      <p:ext uri="{BB962C8B-B14F-4D97-AF65-F5344CB8AC3E}">
        <p14:creationId xmlns:p14="http://schemas.microsoft.com/office/powerpoint/2010/main" val="1143936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F1C48-69DF-4351-8E05-81CD31F9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Product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D086A-F801-40D5-96E3-A75F3DBA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Observe, understand, correlate, and control what an AI agent does on Windows.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29B8F-7093-4AF7-80AD-C7D99EB4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See the real behavior: processes, threads, files, registry, objects, and network.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Preserve the context: parent process, command line, token, current directory, environment, and image identity.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Make decisions in the kernel: allow, log, or deny according to policy.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Keep the agent helpful while making its actions auditable and controllable.</a:t>
            </a:r>
          </a:p>
        </p:txBody>
      </p:sp>
    </p:spTree>
    <p:extLst>
      <p:ext uri="{BB962C8B-B14F-4D97-AF65-F5344CB8AC3E}">
        <p14:creationId xmlns:p14="http://schemas.microsoft.com/office/powerpoint/2010/main" val="1116047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ABA78-A57E-4977-8881-824374A4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Why this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FA6F0-ACFD-4C6A-9547-15AEE84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AI agents perform actions that are hard to explain from a single process or API call.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9F74A-C0E7-4817-A8D0-A41C4C37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An agent may create child processes, write files, modify registry values, and open network connections.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Logs from the application alone do not show which process performed each action.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Security teams need a trusted kernel-level record of the full chain.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 links these events with correlation IDs and stable object context.</a:t>
            </a:r>
          </a:p>
        </p:txBody>
      </p:sp>
    </p:spTree>
    <p:extLst>
      <p:ext uri="{BB962C8B-B14F-4D97-AF65-F5344CB8AC3E}">
        <p14:creationId xmlns:p14="http://schemas.microsoft.com/office/powerpoint/2010/main" val="955270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34E32-DAC5-495E-B05F-A5744C0B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Functional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5C50E-BD70-403D-9C71-1C7A65D1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platform covers the main Windows execution surfaces.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EB52D-0ADF-465F-8D97-60706000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 create and exit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Thread create and exit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Image load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File open, read, write, rename, delete, query, security, and directory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Registry open, query, set, enumerate, and delete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Object handle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Network connect, flow established, and flow closed</a:t>
            </a:r>
          </a:p>
        </p:txBody>
      </p:sp>
    </p:spTree>
    <p:extLst>
      <p:ext uri="{BB962C8B-B14F-4D97-AF65-F5344CB8AC3E}">
        <p14:creationId xmlns:p14="http://schemas.microsoft.com/office/powerpoint/2010/main" val="1410341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C3788-C3C5-4152-9065-DCF69443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6096A-1056-4833-AA03-71A83923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 single driver keeps trusted observation and control in one place.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227E5-8668-4685-BAB6-81630C67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AgentLensKernel.sys: control device, monitors, context manager, policy engine, event ring, minifilter, and WFP callouts.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AgentLensService.exe: reads the event ring, writes JSON Lines, and runs the user-mode service.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AgentLensAgent.dll: collects environment, current directory, image hash, and signature state inside the target process.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AgentLensTools.exe: loads policy, reads stats, and controls the driver.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AgentLensEtw.exe: validates kernel ETW and DNS Client events.</a:t>
            </a:r>
          </a:p>
        </p:txBody>
      </p:sp>
    </p:spTree>
    <p:extLst>
      <p:ext uri="{BB962C8B-B14F-4D97-AF65-F5344CB8AC3E}">
        <p14:creationId xmlns:p14="http://schemas.microsoft.com/office/powerpoint/2010/main" val="773041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38233-77A7-43AB-B0AD-BA15109F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Kernel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02863-738C-4EA1-B797-84EC1B0C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Standard Windows callbacks and filters provide trusted visibility.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4518F-0CC5-4D90-BB3F-A1F2F1BD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thread, and image callbacks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Registry and object callbacks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Minifilter for file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WFP ALE and stream callouts for network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Non-paged event ring and named event notification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ETW provider for event delivery</a:t>
            </a:r>
          </a:p>
        </p:txBody>
      </p:sp>
    </p:spTree>
    <p:extLst>
      <p:ext uri="{BB962C8B-B14F-4D97-AF65-F5344CB8AC3E}">
        <p14:creationId xmlns:p14="http://schemas.microsoft.com/office/powerpoint/2010/main" val="1239714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DC890-3357-4F1E-9977-3E100CB7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Policy and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27FDF-AFC8-4DE6-92F0-A5D9E413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Policy is compiled before it reaches the hot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474AC-C277-4B8E-801F-052B059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Text policy compiler and binary policy format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path, image hash, SID hash, and command-line matching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Case-insensitive path prefix tree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Immutable copy-on-write snapshots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Epoch-based deferred reclamation for hot policy updates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thread, image, network flow, and registry key contexts</a:t>
            </a:r>
          </a:p>
        </p:txBody>
      </p:sp>
    </p:spTree>
    <p:extLst>
      <p:ext uri="{BB962C8B-B14F-4D97-AF65-F5344CB8AC3E}">
        <p14:creationId xmlns:p14="http://schemas.microsoft.com/office/powerpoint/2010/main" val="895878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8C579-CC7C-448A-9047-CFC65395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04A57-D054-4452-99FA-4C5ABB2E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main framework is implemented and compiles in Debug and Release.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1D9D9-3FCD-4129-9FE7-C5E74D28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Single driver combines control, minifilter, and WFP.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thread, image, file, registry, object, and network monitors are present.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Event ring, shared memory, ETW, JSON Lines, DNS association, policy, and context management are present.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Test signing is used for development.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Production signing, installer, and VM validation are not yet complete.</a:t>
            </a:r>
          </a:p>
        </p:txBody>
      </p:sp>
    </p:spTree>
    <p:extLst>
      <p:ext uri="{BB962C8B-B14F-4D97-AF65-F5344CB8AC3E}">
        <p14:creationId xmlns:p14="http://schemas.microsoft.com/office/powerpoint/2010/main" val="554107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DEC14-BE30-434D-8A89-09BB454D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Code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5C618-D4F4-41DF-B0A7-8D088DCA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current repository is a focused Windows kernel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A10B0-5A83-44B6-980B-53671232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About 8,600 total lines across 85 tracked project files.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About 7,400 lines are C, C++, and headers.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Debug and Release x64 builds pass.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Driver must be test-signed and run on an isolated test VM.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Validation scripts cover install, uninstall, self-test, fuzz, and driver verifier workflows.</a:t>
            </a:r>
          </a:p>
        </p:txBody>
      </p:sp>
    </p:spTree>
    <p:extLst>
      <p:ext uri="{BB962C8B-B14F-4D97-AF65-F5344CB8AC3E}">
        <p14:creationId xmlns:p14="http://schemas.microsoft.com/office/powerpoint/2010/main" val="7536070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1C3C4-0212-4160-AB15-3E713269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BDB05-B873-4B8B-A394-687C44CA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next step is production validation, not more unchecked kernel code.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F18A2-D43D-4898-BE19-3ED3EBA0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 Driver Verifier, IOCTL fuzz, policy fuzz, and repeated load and unload tests.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 high-concurrency event stress tests.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Verify ETW provider registration and event delivery.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Complete catalog validation and production signing.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Add performance baselines and counters.</a:t>
            </a:r>
          </a:p>
        </p:txBody>
      </p:sp>
    </p:spTree>
    <p:extLst>
      <p:ext uri="{BB962C8B-B14F-4D97-AF65-F5344CB8AC3E}">
        <p14:creationId xmlns:p14="http://schemas.microsoft.com/office/powerpoint/2010/main" val="14526263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A327E-038F-47C7-B2C7-8DFCF66E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Architecture strengths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DB981-2353-4AAD-870C-8D82EB2D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design supports trustworthy observation before enforcement.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982A5-B7CE-44CA-86A9-B60D2097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Kernel callbacks cover process, thread, image, file, registry, object, and network activity.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Pre-operation policy checks can block actions before they happen.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 single driver combines control, minifilter, and WFP callouts.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Correlation IDs and AgentSessionId preserve process-tree relationships.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 non-paged event ring and ETW provide low-overhead event delivery.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User-mode Agent components support context without becoming the security boundary.</a:t>
            </a:r>
          </a:p>
        </p:txBody>
      </p:sp>
    </p:spTree>
    <p:extLst>
      <p:ext uri="{BB962C8B-B14F-4D97-AF65-F5344CB8AC3E}">
        <p14:creationId xmlns:p14="http://schemas.microsoft.com/office/powerpoint/2010/main" val="1874856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F7CED-F4C9-46DF-882E-74EE7745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Code design highlights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A825B-8B39-42BA-A3DD-27F171AD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implementation favors safety, testability, and low-latency policy paths.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A7BD1-4C53-42C9-953D-2B6A3DE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Table-driven IOCTL dispatch keeps control handlers easy to extend.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Immutable copy-on-write policy snapshots use a path prefix tree and epoch-based reclamation.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Structured IOCTL and policy fuzzing cover malformed headers and length mismatches.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Registry query hashing uses safe post-operation reads instead of recursive registry queries.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Token anomaly detection compares child and parent identity, integrity, and privileges.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Best-effort TLS ClientHello SNI extraction adds domain visibility to network events.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Input validation and lifecycle cleanup were hardened after kernel code review.</a:t>
            </a:r>
          </a:p>
        </p:txBody>
      </p:sp>
    </p:spTree>
    <p:extLst>
      <p:ext uri="{BB962C8B-B14F-4D97-AF65-F5344CB8AC3E}">
        <p14:creationId xmlns:p14="http://schemas.microsoft.com/office/powerpoint/2010/main" val="5442038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343B7-1CC1-41EA-9133-E73CB212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Why this fits AI agent 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8EAEF-0BD8-44D5-A6F5-42816112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kernel design matches the needs of observing and controlling agent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502FC-DA0D-44CF-99C2-0A8FFD0E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Kernel callbacks observe process, thread, image, file, registry, object, and network actions.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CorrelationId and ParentCorrelationId reconstruct the full process tree caused by one agent action.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Pre-operation policy checks can block file, registry, process, and network actions.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AgentSessionId now inherits from the root process, so one query retrieves the whole tree.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Token snapshots detect privilege changes between a child process and its parent.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ConversationId and ToolCallId link kernel events to agent dialogue and tool-call context.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TLS SNI extraction adds domain visibility to outbound network events.</a:t>
            </a:r>
          </a:p>
        </p:txBody>
      </p:sp>
    </p:spTree>
    <p:extLst>
      <p:ext uri="{BB962C8B-B14F-4D97-AF65-F5344CB8AC3E}">
        <p14:creationId xmlns:p14="http://schemas.microsoft.com/office/powerpoint/2010/main" val="13285163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7A3CC-CA9E-46E4-BBD7-177BEAB8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Design strengths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527FA-E4D4-4FA5-9520-FF6F0E2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implementation uses conservative observation and careful kernel concurrency.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58B86-A254-4446-BD8F-041D88E1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Full observation surface without hidden interception: callbacks permit unless policy explicitly denies.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Lock-free policy read path with epoch-based reclamation and prefix-tree matching.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Non-paged event ring with shared memory, head and tail spinlock, and critical drop counters.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 contexts use reference counts and delayed tombstone work items for safe concurrent access.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Control device uses SDDL and validates requestor mode, version, size, and opcode before dispatch.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File and registry matching uses case-insensitive prefix comparison to reduce policy bypass risk.</a:t>
            </a:r>
          </a:p>
        </p:txBody>
      </p:sp>
    </p:spTree>
    <p:extLst>
      <p:ext uri="{BB962C8B-B14F-4D97-AF65-F5344CB8AC3E}">
        <p14:creationId xmlns:p14="http://schemas.microsoft.com/office/powerpoint/2010/main" val="809897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2026-09-06T16:13:38.2900000Z</dcterms:created>
  <dcterms:modified xsi:type="dcterms:W3CDTF">2026-09-06T16:13:38.2900000Z</dcterms:modified>
</coreProperties>
</file>